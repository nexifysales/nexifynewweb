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8" r:id="rId2"/>
    <p:sldId id="279" r:id="rId3"/>
    <p:sldId id="280" r:id="rId4"/>
    <p:sldId id="281" r:id="rId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43729-A190-48EF-BAB7-A43B3E57E5F3}" v="25" dt="2026-04-28T15:55:04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5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2F7B6-973E-46D2-8ADA-CD26B731F7A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D7F35-7ADF-45B5-8236-021877AEC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8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3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0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4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7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6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5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4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4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5BF26-32F9-40C4-824D-A142D1852A5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ED621-F5E4-4D16-8CED-A4C62B57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1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484F3-CF46-035D-FE35-F256ACDC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E54764-9093-2944-1107-1479B3302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542456"/>
            <a:ext cx="3547872" cy="356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0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E071-9F4D-5F68-782D-832AAB93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6AFEDF-4DE0-8B2B-4BB6-EB63D265A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143"/>
          <a:stretch>
            <a:fillRect/>
          </a:stretch>
        </p:blipFill>
        <p:spPr>
          <a:xfrm>
            <a:off x="1966912" y="2039113"/>
            <a:ext cx="6159975" cy="17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1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2C1D-2D78-C16A-6CF1-350F2FF9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1C2B8-22AE-8CA8-9159-15A60DC2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66" t="13178" r="11544" b="17271"/>
          <a:stretch>
            <a:fillRect/>
          </a:stretch>
        </p:blipFill>
        <p:spPr>
          <a:xfrm>
            <a:off x="1815070" y="2189204"/>
            <a:ext cx="6613923" cy="148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4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9471-05F6-5CE0-D4B9-3D3F585A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2F3A1D1-1B24-3B5C-2869-9A305253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05" y="2715322"/>
            <a:ext cx="9054790" cy="142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20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1846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logos partners</dc:title>
  <dc:creator>NexiFy</dc:creator>
  <cp:keywords>logos partners</cp:keywords>
  <cp:lastModifiedBy>NexiFy OUTLOOK TEAMS</cp:lastModifiedBy>
  <cp:revision>6</cp:revision>
  <dcterms:created xsi:type="dcterms:W3CDTF">2025-12-15T14:50:53Z</dcterms:created>
  <dcterms:modified xsi:type="dcterms:W3CDTF">2026-04-29T11:07:13Z</dcterms:modified>
</cp:coreProperties>
</file>